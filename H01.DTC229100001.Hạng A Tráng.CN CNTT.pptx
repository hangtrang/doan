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DFC1B-1F27-40D1-8142-21AFEBE8798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DCEF7-CA68-4493-9C49-7CC153C8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4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DCEF7-CA68-4493-9C49-7CC153C8C4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90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DCEF7-CA68-4493-9C49-7CC153C8C4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15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93283-DA0C-40DA-3580-348E8068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FDD9-06D4-ABFA-A864-94D770985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7CF00-0B9B-926C-EEAC-F6B043651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8FCBE-E466-3CFA-A4F4-A9843D24B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DCEF7-CA68-4493-9C49-7CC153C8C4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1E2B-87CA-CAF7-F599-62239C1F7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A70FD-7A05-06AD-DD2A-114BCD9C1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BB4E-3B43-0F19-71CD-751DF6ED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D6D5D-F704-252A-3953-912EB0E8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20141-2014-9FFB-A953-D83CB664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8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7415-50E5-649A-C3C7-E523DA8C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E407-A975-4417-2F6F-9CE090CE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73EF3-2401-B485-9B2F-DC4B7F71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D2746-91DB-8718-57A4-2F4ADC2AC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6BCB-F421-04E9-4733-A110EC789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40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034B-900C-0730-5034-005779AB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E5FD2-F601-BB3C-40FE-A15FB8475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9A17F-0DEE-E39E-941F-1F98B7D6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30C05-E5D3-D550-FD8F-08B83000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4549-EA41-DBF4-EFB9-A3C5045D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4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04CC-A272-151D-3765-B1E11EB7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8D0C-FE40-B589-C4D9-83290EEB3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0AA56-C3D6-DB17-F5DB-63C7E0930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982C3-D43A-A16B-C9AB-41ECC35E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E0F73-2580-18CC-8EE0-0B9D5119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990C1-B50F-F751-EE6E-A9AA504F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7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5C25-093E-6E1A-ACA4-2D80FFE8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5308A-EC9E-C004-BBB8-AC511D5F4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29809-CA71-3F12-4231-8BCDB12D3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BC6E6-4C5B-15E6-838E-B8255436C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B8420-7F63-311A-A116-A6C16204E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9C31A-4085-9249-85A2-101986E5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5B255-1E3A-2D54-9EC6-F5DD1184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84CFA-B5C6-74D1-22E3-855D9D7C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4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6D54-64D9-65EC-C4AF-49288470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793FF-1A1F-96B4-F628-08DD6BB2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26A2B-7AC4-5018-9975-BCDD540C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D9E9D-D320-B5EE-9305-09A54396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6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B0235-7C7E-CEB0-56C3-948004ED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ED13D-2FA7-9E09-752F-44A3B759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70B5-CD47-B381-2588-4F0E08B9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8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D213-BC68-D008-2AF4-F7BF150A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06EB-456A-20E3-1A5C-9C649EB1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E31F7-223F-2CD1-624C-8F091FBD8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D7F84-4F65-0706-EC53-1A50075D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85A00-E8CE-6067-5A27-D9A6DACA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CD9F-148E-BE80-A8BC-FEF45D28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8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883B-AA24-8EA5-E64F-67B22D45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2900E-8AF6-78D9-4882-9876FCB6F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A1084-6478-6859-D445-86AA74B12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DAFCA-4AB1-8435-290A-8FC28FD3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0E0E2-60CC-667F-9F5D-45682838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73E6B-2D3A-85BC-53E6-C1C67BFF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6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F672-2F34-4EBD-7BB1-FA7E5406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87949-2619-78D4-8377-EF5375A70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E08A-1A6B-D1A1-CBE5-88DF486D7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4AAD9-C933-2114-7107-8D97EBF8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F91AB-D40A-1BA5-D1F9-CCD6189B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4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6E547-CA65-EF1A-C675-A92FB0491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DE301-1555-7C05-1444-B28765D2A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EEB00-1FC7-CA40-E7E7-67B69C798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6D555-0242-048A-C7DC-D8FA1A02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2FD12-3C86-260E-B25B-D51EA806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2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39BB3-0BA9-5CD1-53D5-E07635DF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D648A-AB16-5934-284B-F1DED49C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51770-E1B1-5544-7FD8-D938CC6B6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83237-25AC-4DC4-B43B-28FFA003A0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EF86-6100-A9C9-CB24-F552CB50C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3F306-EC68-9052-E74A-6FA751AE1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EBF54-6B3F-47D0-AC59-77F488D51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0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80F3-C454-7324-A6B0-51D136CC9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66341F-66EC-5433-392B-C44BD6189915}"/>
              </a:ext>
            </a:extLst>
          </p:cNvPr>
          <p:cNvSpPr/>
          <p:nvPr/>
        </p:nvSpPr>
        <p:spPr>
          <a:xfrm>
            <a:off x="-80913" y="-41243"/>
            <a:ext cx="12353826" cy="710545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30E38-218A-FFE9-0A87-343198631FE5}"/>
              </a:ext>
            </a:extLst>
          </p:cNvPr>
          <p:cNvSpPr/>
          <p:nvPr/>
        </p:nvSpPr>
        <p:spPr>
          <a:xfrm>
            <a:off x="1857080" y="565609"/>
            <a:ext cx="2356701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12700" cmpd="sng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BÁO CÁO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AC97C1-6CB5-9F6E-9A0A-2F35815D6C97}"/>
              </a:ext>
            </a:extLst>
          </p:cNvPr>
          <p:cNvSpPr/>
          <p:nvPr/>
        </p:nvSpPr>
        <p:spPr>
          <a:xfrm>
            <a:off x="0" y="2641861"/>
            <a:ext cx="1263192" cy="5561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Đề</a:t>
            </a:r>
            <a:r>
              <a:rPr lang="en-US" sz="28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sz="2800" b="1" i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tài</a:t>
            </a:r>
            <a:r>
              <a:rPr lang="en-US" sz="28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4994E-D5BC-E84D-C434-8416ECFA67BA}"/>
              </a:ext>
            </a:extLst>
          </p:cNvPr>
          <p:cNvSpPr/>
          <p:nvPr/>
        </p:nvSpPr>
        <p:spPr>
          <a:xfrm>
            <a:off x="980386" y="2588247"/>
            <a:ext cx="4392891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XÂY DỰNG ỨNG DỤNG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4DDFB-8EEF-7D26-6E50-2E6751BD5A0A}"/>
              </a:ext>
            </a:extLst>
          </p:cNvPr>
          <p:cNvSpPr/>
          <p:nvPr/>
        </p:nvSpPr>
        <p:spPr>
          <a:xfrm>
            <a:off x="859409" y="1234912"/>
            <a:ext cx="5233451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 cmpd="sng">
                  <a:solidFill>
                    <a:srgbClr val="FFC000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ĐỒ ÁN TỐT NGHIỆP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F51BCB-1EC7-AC10-2650-09EB9CC01FC8}"/>
              </a:ext>
            </a:extLst>
          </p:cNvPr>
          <p:cNvSpPr/>
          <p:nvPr/>
        </p:nvSpPr>
        <p:spPr>
          <a:xfrm>
            <a:off x="560105" y="3076672"/>
            <a:ext cx="5233451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HỌC TIẾNG ANH CHO TRẺ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58DF02-C44A-A3C9-5CD6-9360C2917252}"/>
              </a:ext>
            </a:extLst>
          </p:cNvPr>
          <p:cNvSpPr/>
          <p:nvPr/>
        </p:nvSpPr>
        <p:spPr>
          <a:xfrm>
            <a:off x="184608" y="3511483"/>
            <a:ext cx="6325385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CÓ TÍCH HỢP AI HỖ TRỢ LUYỆN PHÁT ÂM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FC177-D86C-F185-7F80-8197F5D50640}"/>
              </a:ext>
            </a:extLst>
          </p:cNvPr>
          <p:cNvSpPr/>
          <p:nvPr/>
        </p:nvSpPr>
        <p:spPr>
          <a:xfrm>
            <a:off x="155542" y="4433542"/>
            <a:ext cx="952108" cy="6510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 cmpd="sng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SVTH: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942848-AF86-0B6D-EA49-E594F97C9590}"/>
              </a:ext>
            </a:extLst>
          </p:cNvPr>
          <p:cNvSpPr/>
          <p:nvPr/>
        </p:nvSpPr>
        <p:spPr>
          <a:xfrm>
            <a:off x="1187776" y="4430007"/>
            <a:ext cx="2903454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HẠNG A TRÁNG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E744CF-DFCD-6F32-C479-413A6EAC12B6}"/>
              </a:ext>
            </a:extLst>
          </p:cNvPr>
          <p:cNvSpPr/>
          <p:nvPr/>
        </p:nvSpPr>
        <p:spPr>
          <a:xfrm>
            <a:off x="157897" y="5137015"/>
            <a:ext cx="1029879" cy="6510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 cmpd="sng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GVHD: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14DC15-665D-AE75-CB98-F9F9DCE89715}"/>
              </a:ext>
            </a:extLst>
          </p:cNvPr>
          <p:cNvSpPr/>
          <p:nvPr/>
        </p:nvSpPr>
        <p:spPr>
          <a:xfrm>
            <a:off x="1187776" y="5081046"/>
            <a:ext cx="4006394" cy="669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ThS</a:t>
            </a:r>
            <a:r>
              <a:rPr lang="en-US" sz="28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. NGUYỄN LAN OANH</a:t>
            </a:r>
          </a:p>
        </p:txBody>
      </p:sp>
      <p:pic>
        <p:nvPicPr>
          <p:cNvPr id="3" name="image24.png">
            <a:extLst>
              <a:ext uri="{FF2B5EF4-FFF2-40B4-BE49-F238E27FC236}">
                <a16:creationId xmlns:a16="http://schemas.microsoft.com/office/drawing/2014/main" id="{D5E8A980-BC05-9536-D432-9CC32917FB3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88338" y="131975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1888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/>
      <p:bldP spid="9" grpId="0"/>
      <p:bldP spid="11" grpId="0"/>
      <p:bldP spid="12" grpId="0"/>
      <p:bldP spid="14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9C276-7363-2F03-5A81-8712AC05F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3BE75C-8C78-2223-2DEA-4C4F3A980406}"/>
              </a:ext>
            </a:extLst>
          </p:cNvPr>
          <p:cNvSpPr/>
          <p:nvPr/>
        </p:nvSpPr>
        <p:spPr>
          <a:xfrm>
            <a:off x="0" y="-33842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D9469-BD1B-A9B1-CBBC-2F770D636FB3}"/>
              </a:ext>
            </a:extLst>
          </p:cNvPr>
          <p:cNvSpPr/>
          <p:nvPr/>
        </p:nvSpPr>
        <p:spPr>
          <a:xfrm>
            <a:off x="0" y="127248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CẤU TRÚC ĐỀ TÀI NGHIÊN CỨU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885EA20-DCD8-5D96-C880-2C503EFBE54F}"/>
              </a:ext>
            </a:extLst>
          </p:cNvPr>
          <p:cNvSpPr/>
          <p:nvPr/>
        </p:nvSpPr>
        <p:spPr>
          <a:xfrm>
            <a:off x="1863362" y="1454864"/>
            <a:ext cx="857840" cy="641023"/>
          </a:xfrm>
          <a:prstGeom prst="flowChartConnector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9E729FC-3811-4676-F534-DFBFF32F2C84}"/>
              </a:ext>
            </a:extLst>
          </p:cNvPr>
          <p:cNvSpPr/>
          <p:nvPr/>
        </p:nvSpPr>
        <p:spPr>
          <a:xfrm>
            <a:off x="3016575" y="1375534"/>
            <a:ext cx="8305016" cy="952106"/>
          </a:xfrm>
          <a:prstGeom prst="snip1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     CƠ SỞ LÝ THUYẾT </a:t>
            </a:r>
          </a:p>
          <a:p>
            <a:pPr algn="r"/>
            <a:r>
              <a:rPr lang="en-US" sz="2400" dirty="0"/>
              <a:t>Các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endParaRPr lang="en-US" sz="2800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E65EF42-9B7D-27D2-7F5D-B9C81A4C94F9}"/>
              </a:ext>
            </a:extLst>
          </p:cNvPr>
          <p:cNvSpPr/>
          <p:nvPr/>
        </p:nvSpPr>
        <p:spPr>
          <a:xfrm>
            <a:off x="1863362" y="2787977"/>
            <a:ext cx="857840" cy="641023"/>
          </a:xfrm>
          <a:prstGeom prst="flowChartConnector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738610C7-8E5A-F179-20A8-E69D3E83019C}"/>
              </a:ext>
            </a:extLst>
          </p:cNvPr>
          <p:cNvSpPr/>
          <p:nvPr/>
        </p:nvSpPr>
        <p:spPr>
          <a:xfrm>
            <a:off x="3016575" y="2502034"/>
            <a:ext cx="8305017" cy="1356679"/>
          </a:xfrm>
          <a:prstGeom prst="snip1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KHẢO SÁT VÀ PHÂN TÍCH HỆ THỐNG</a:t>
            </a:r>
          </a:p>
          <a:p>
            <a:pPr lvl="0" algn="ctr"/>
            <a:r>
              <a:rPr lang="en-US" sz="2400" dirty="0" err="1"/>
              <a:t>Khảo</a:t>
            </a:r>
            <a:r>
              <a:rPr lang="en-US" sz="2400" dirty="0"/>
              <a:t> </a:t>
            </a:r>
            <a:r>
              <a:rPr lang="en-US" sz="2400" dirty="0" err="1"/>
              <a:t>sát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tiếng</a:t>
            </a:r>
            <a:r>
              <a:rPr lang="en-US" sz="2400" dirty="0"/>
              <a:t> Anh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trẻ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nay qua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đưa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endParaRPr lang="en-US" sz="2400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286C6A54-19A1-0ED9-DEB9-CB70A2F2C4FE}"/>
              </a:ext>
            </a:extLst>
          </p:cNvPr>
          <p:cNvSpPr/>
          <p:nvPr/>
        </p:nvSpPr>
        <p:spPr>
          <a:xfrm>
            <a:off x="1863362" y="4180017"/>
            <a:ext cx="857840" cy="641023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289E106-7939-AC37-C0B8-882126F9E743}"/>
              </a:ext>
            </a:extLst>
          </p:cNvPr>
          <p:cNvSpPr/>
          <p:nvPr/>
        </p:nvSpPr>
        <p:spPr>
          <a:xfrm>
            <a:off x="1863362" y="5519008"/>
            <a:ext cx="857840" cy="641023"/>
          </a:xfrm>
          <a:prstGeom prst="flowChartConnector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3E24ABB0-1F0E-75F8-181D-82166D959F7B}"/>
              </a:ext>
            </a:extLst>
          </p:cNvPr>
          <p:cNvSpPr/>
          <p:nvPr/>
        </p:nvSpPr>
        <p:spPr>
          <a:xfrm>
            <a:off x="3016574" y="4120306"/>
            <a:ext cx="8305017" cy="952107"/>
          </a:xfrm>
          <a:prstGeom prst="snip1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THIẾT KẾ HỆ THỐNG</a:t>
            </a:r>
          </a:p>
          <a:p>
            <a:pPr algn="ctr"/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Đặc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tả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Usecase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thiết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kế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cơ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sở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dữ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liệu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3E09925-8158-91EF-D5C5-A38D210F902B}"/>
              </a:ext>
            </a:extLst>
          </p:cNvPr>
          <p:cNvSpPr/>
          <p:nvPr/>
        </p:nvSpPr>
        <p:spPr>
          <a:xfrm>
            <a:off x="3016574" y="5334006"/>
            <a:ext cx="8305017" cy="1197204"/>
          </a:xfrm>
          <a:prstGeom prst="snip1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CÀI ĐẶT VÀ TRIỂN KHAI HỆ THỐNG</a:t>
            </a:r>
          </a:p>
          <a:p>
            <a:pPr algn="ctr"/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Trình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bày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demo</a:t>
            </a:r>
            <a:endParaRPr lang="en-US" sz="2800" dirty="0">
              <a:solidFill>
                <a:schemeClr val="accent1"/>
              </a:solidFill>
            </a:endParaRPr>
          </a:p>
        </p:txBody>
      </p:sp>
      <p:pic>
        <p:nvPicPr>
          <p:cNvPr id="19" name="image24.png">
            <a:extLst>
              <a:ext uri="{FF2B5EF4-FFF2-40B4-BE49-F238E27FC236}">
                <a16:creationId xmlns:a16="http://schemas.microsoft.com/office/drawing/2014/main" id="{FEE36B23-EDB8-B368-FE33-712AB2D94D3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398355" y="33842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5141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B6AC-5788-005B-B208-1F5FE6CF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437E8E-5C2E-04B0-187E-5F1A39B08581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threePt" dir="t"/>
          </a:scene3d>
          <a:sp3d>
            <a:bevelB w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7A7D7-0478-C875-569F-A6DE54868024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GIỚI THIỆU ĐỀ TÀI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E0250-B882-CC1F-4512-7D4E729C4F7D}"/>
              </a:ext>
            </a:extLst>
          </p:cNvPr>
          <p:cNvSpPr/>
          <p:nvPr/>
        </p:nvSpPr>
        <p:spPr>
          <a:xfrm>
            <a:off x="498051" y="1706249"/>
            <a:ext cx="725864" cy="62216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24.png">
            <a:extLst>
              <a:ext uri="{FF2B5EF4-FFF2-40B4-BE49-F238E27FC236}">
                <a16:creationId xmlns:a16="http://schemas.microsoft.com/office/drawing/2014/main" id="{BB9144DC-8DBB-3EC7-9E22-6549BF45000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388338" y="131975"/>
            <a:ext cx="1485900" cy="1439545"/>
          </a:xfrm>
          <a:prstGeom prst="rect">
            <a:avLst/>
          </a:prstGeom>
          <a:ln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B0CDAD-6DE1-1350-8F06-26A83D210962}"/>
              </a:ext>
            </a:extLst>
          </p:cNvPr>
          <p:cNvSpPr/>
          <p:nvPr/>
        </p:nvSpPr>
        <p:spPr>
          <a:xfrm>
            <a:off x="1205713" y="1244335"/>
            <a:ext cx="3462781" cy="4619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LÝ DO CHỌN ĐỀ TÀI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D360F-FFBA-D056-9E44-EE70829072AD}"/>
              </a:ext>
            </a:extLst>
          </p:cNvPr>
          <p:cNvSpPr/>
          <p:nvPr/>
        </p:nvSpPr>
        <p:spPr>
          <a:xfrm>
            <a:off x="1511627" y="1706249"/>
            <a:ext cx="5863472" cy="13426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01600" h="50800"/>
            <a:bevelB w="152400" h="2286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/>
          </a:p>
          <a:p>
            <a:r>
              <a:rPr lang="en-US" sz="2400" dirty="0"/>
              <a:t>▸ Nhu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tiếng</a:t>
            </a:r>
            <a:r>
              <a:rPr lang="en-US" sz="2400" dirty="0"/>
              <a:t> Anh </a:t>
            </a:r>
            <a:r>
              <a:rPr lang="en-US" sz="2400" dirty="0" err="1"/>
              <a:t>ngày</a:t>
            </a:r>
            <a:r>
              <a:rPr lang="en-US" sz="2400" dirty="0"/>
              <a:t> </a:t>
            </a:r>
            <a:r>
              <a:rPr lang="en-US" sz="2400" dirty="0" err="1"/>
              <a:t>càng</a:t>
            </a:r>
            <a:r>
              <a:rPr lang="en-US" sz="2400" dirty="0"/>
              <a:t> </a:t>
            </a:r>
            <a:r>
              <a:rPr lang="en-US" sz="2400" dirty="0" err="1"/>
              <a:t>tăng</a:t>
            </a:r>
            <a:endParaRPr lang="en-US" sz="2400" dirty="0"/>
          </a:p>
          <a:p>
            <a:r>
              <a:rPr lang="en-US" sz="2400" dirty="0"/>
              <a:t>▸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 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khăn</a:t>
            </a:r>
            <a:endParaRPr lang="en-US" sz="2400" dirty="0"/>
          </a:p>
          <a:p>
            <a:r>
              <a:rPr lang="en-US" sz="2400" dirty="0"/>
              <a:t>▸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 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khăn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3470F7-57AB-245B-2886-E466420CB24D}"/>
              </a:ext>
            </a:extLst>
          </p:cNvPr>
          <p:cNvSpPr/>
          <p:nvPr/>
        </p:nvSpPr>
        <p:spPr>
          <a:xfrm>
            <a:off x="2347926" y="3554400"/>
            <a:ext cx="725864" cy="6221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FDF65-7CED-4629-743D-F22630F707BE}"/>
              </a:ext>
            </a:extLst>
          </p:cNvPr>
          <p:cNvSpPr/>
          <p:nvPr/>
        </p:nvSpPr>
        <p:spPr>
          <a:xfrm>
            <a:off x="3142463" y="3095477"/>
            <a:ext cx="2601799" cy="4619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THỰC TRẠNG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701B8D-DAA4-611C-E448-8E0B1B70326E}"/>
              </a:ext>
            </a:extLst>
          </p:cNvPr>
          <p:cNvSpPr/>
          <p:nvPr/>
        </p:nvSpPr>
        <p:spPr>
          <a:xfrm>
            <a:off x="3434696" y="3582433"/>
            <a:ext cx="5863472" cy="13426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01600" h="50800"/>
            <a:bevelB w="152400" h="2286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/>
          </a:p>
          <a:p>
            <a:r>
              <a:rPr lang="vi-VN" sz="2400" dirty="0"/>
              <a:t>⚠ Thiếu môi trường tương tác</a:t>
            </a:r>
            <a:br>
              <a:rPr lang="vi-VN" sz="2400" dirty="0"/>
            </a:br>
            <a:r>
              <a:rPr lang="en-US" sz="2400" dirty="0"/>
              <a:t>⚠  </a:t>
            </a: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endParaRPr lang="en-US" sz="2400" dirty="0"/>
          </a:p>
          <a:p>
            <a:r>
              <a:rPr lang="en-US" sz="2400" dirty="0"/>
              <a:t>⚠ 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mất</a:t>
            </a:r>
            <a:r>
              <a:rPr lang="en-US" sz="2400" dirty="0"/>
              <a:t> </a:t>
            </a:r>
            <a:r>
              <a:rPr lang="en-US" sz="2400" dirty="0" err="1"/>
              <a:t>hứng</a:t>
            </a:r>
            <a:r>
              <a:rPr lang="en-US" sz="2400" dirty="0"/>
              <a:t> </a:t>
            </a:r>
            <a:r>
              <a:rPr lang="en-US" sz="2400" dirty="0" err="1"/>
              <a:t>thú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C40E56-FF13-5CB7-EF97-FB3EC7485A0D}"/>
              </a:ext>
            </a:extLst>
          </p:cNvPr>
          <p:cNvSpPr/>
          <p:nvPr/>
        </p:nvSpPr>
        <p:spPr>
          <a:xfrm>
            <a:off x="3717499" y="5462454"/>
            <a:ext cx="725864" cy="62216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CD2B35-CB3C-0B6B-EE40-75DECC9CD15E}"/>
              </a:ext>
            </a:extLst>
          </p:cNvPr>
          <p:cNvSpPr/>
          <p:nvPr/>
        </p:nvSpPr>
        <p:spPr>
          <a:xfrm>
            <a:off x="4778677" y="4975180"/>
            <a:ext cx="3432782" cy="4619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GIẢI PHÁP ĐỀ XUẤT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DFE5C5-1E33-C8F9-A261-7737B127DF12}"/>
              </a:ext>
            </a:extLst>
          </p:cNvPr>
          <p:cNvSpPr/>
          <p:nvPr/>
        </p:nvSpPr>
        <p:spPr>
          <a:xfrm>
            <a:off x="4917878" y="5413292"/>
            <a:ext cx="5863472" cy="13426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  <a:scene3d>
            <a:camera prst="orthographicFront"/>
            <a:lightRig rig="threePt" dir="t"/>
          </a:scene3d>
          <a:sp3d>
            <a:bevelT w="101600" h="50800"/>
            <a:bevelB w="152400" h="2286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/>
          </a:p>
          <a:p>
            <a:r>
              <a:rPr lang="en-US" sz="2400" dirty="0"/>
              <a:t>✓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tiếng</a:t>
            </a:r>
            <a:r>
              <a:rPr lang="en-US" sz="2400" dirty="0"/>
              <a:t> Anh</a:t>
            </a:r>
            <a:br>
              <a:rPr lang="en-US" sz="2400" dirty="0"/>
            </a:br>
            <a:r>
              <a:rPr lang="en-US" sz="2400" dirty="0"/>
              <a:t>✓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AI </a:t>
            </a: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 </a:t>
            </a:r>
          </a:p>
          <a:p>
            <a:r>
              <a:rPr lang="vi-VN" sz="2400" dirty="0"/>
              <a:t>✓ Tăng tương tác và hứng thú học tập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981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5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BAD9D-0411-78AD-AE6E-5FCDB5B0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threePt" dir="t"/>
          </a:scene3d>
          <a:sp3d>
            <a:bevelB w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GIỚI THIỆU ĐỀ TÀI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8F6A96-492F-4BEF-067C-D4F9CEFCF88C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CƠ SỞ LÝ THUYẾT</a:t>
            </a:r>
          </a:p>
        </p:txBody>
      </p:sp>
      <p:pic>
        <p:nvPicPr>
          <p:cNvPr id="11" name="image24.png">
            <a:extLst>
              <a:ext uri="{FF2B5EF4-FFF2-40B4-BE49-F238E27FC236}">
                <a16:creationId xmlns:a16="http://schemas.microsoft.com/office/drawing/2014/main" id="{0FC283CF-A65F-526A-2DE8-D91DBF1023D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441949" y="216812"/>
            <a:ext cx="1485900" cy="1439545"/>
          </a:xfrm>
          <a:prstGeom prst="rect">
            <a:avLst/>
          </a:prstGeom>
          <a:ln/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F8101B-317D-8C11-776E-25ECD702995E}"/>
              </a:ext>
            </a:extLst>
          </p:cNvPr>
          <p:cNvSpPr/>
          <p:nvPr/>
        </p:nvSpPr>
        <p:spPr>
          <a:xfrm>
            <a:off x="2073897" y="2187020"/>
            <a:ext cx="2601798" cy="37141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316C28-5F55-3469-ACAC-36EB6B628BEA}"/>
              </a:ext>
            </a:extLst>
          </p:cNvPr>
          <p:cNvSpPr/>
          <p:nvPr/>
        </p:nvSpPr>
        <p:spPr>
          <a:xfrm>
            <a:off x="5448693" y="2187019"/>
            <a:ext cx="2601798" cy="371416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7BEA95-9DD7-16B6-5582-908C896CD5E6}"/>
              </a:ext>
            </a:extLst>
          </p:cNvPr>
          <p:cNvSpPr/>
          <p:nvPr/>
        </p:nvSpPr>
        <p:spPr>
          <a:xfrm>
            <a:off x="8817204" y="2187019"/>
            <a:ext cx="2601798" cy="371416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2B03DA2-3D4A-6AC4-A2AB-737A036903B2}"/>
              </a:ext>
            </a:extLst>
          </p:cNvPr>
          <p:cNvSpPr/>
          <p:nvPr/>
        </p:nvSpPr>
        <p:spPr>
          <a:xfrm>
            <a:off x="3077851" y="1923066"/>
            <a:ext cx="593889" cy="52790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FA1C766-04B9-6BD7-313A-D27CD1BC9D3C}"/>
              </a:ext>
            </a:extLst>
          </p:cNvPr>
          <p:cNvSpPr/>
          <p:nvPr/>
        </p:nvSpPr>
        <p:spPr>
          <a:xfrm>
            <a:off x="9855723" y="1923066"/>
            <a:ext cx="593889" cy="527901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en-US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FF9873F-E9BA-B2F9-3E16-CE0841BC552B}"/>
              </a:ext>
            </a:extLst>
          </p:cNvPr>
          <p:cNvSpPr/>
          <p:nvPr/>
        </p:nvSpPr>
        <p:spPr>
          <a:xfrm>
            <a:off x="6466787" y="1904210"/>
            <a:ext cx="593889" cy="527901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229D25-57ED-0053-9A17-83B93CFF883C}"/>
              </a:ext>
            </a:extLst>
          </p:cNvPr>
          <p:cNvSpPr/>
          <p:nvPr/>
        </p:nvSpPr>
        <p:spPr>
          <a:xfrm>
            <a:off x="2309567" y="2526384"/>
            <a:ext cx="1989056" cy="5279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MÔ HÌNH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D40BA1-5C52-0D64-D5B3-44DBD6CE2BE4}"/>
              </a:ext>
            </a:extLst>
          </p:cNvPr>
          <p:cNvSpPr/>
          <p:nvPr/>
        </p:nvSpPr>
        <p:spPr>
          <a:xfrm>
            <a:off x="9028521" y="2567233"/>
            <a:ext cx="2248292" cy="5279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CÔNG NGHỆ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9929A6-7B90-CF67-75F2-3F43758DB048}"/>
              </a:ext>
            </a:extLst>
          </p:cNvPr>
          <p:cNvSpPr/>
          <p:nvPr/>
        </p:nvSpPr>
        <p:spPr>
          <a:xfrm>
            <a:off x="5769203" y="2567233"/>
            <a:ext cx="1989056" cy="5279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KIẾN TRÚC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168A94-0911-DDB3-4D35-89C6F6501326}"/>
              </a:ext>
            </a:extLst>
          </p:cNvPr>
          <p:cNvSpPr/>
          <p:nvPr/>
        </p:nvSpPr>
        <p:spPr>
          <a:xfrm>
            <a:off x="2309567" y="3299381"/>
            <a:ext cx="2092751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Client – Server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A940B1-0EBC-E022-EF52-24020EFE5775}"/>
              </a:ext>
            </a:extLst>
          </p:cNvPr>
          <p:cNvSpPr/>
          <p:nvPr/>
        </p:nvSpPr>
        <p:spPr>
          <a:xfrm>
            <a:off x="2328419" y="4044099"/>
            <a:ext cx="2092751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MVC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857348-A168-4C0B-B731-B99324D5A9DB}"/>
              </a:ext>
            </a:extLst>
          </p:cNvPr>
          <p:cNvSpPr/>
          <p:nvPr/>
        </p:nvSpPr>
        <p:spPr>
          <a:xfrm>
            <a:off x="2328419" y="4812388"/>
            <a:ext cx="2092751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MVVM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D4D6B6-3CF6-4363-7021-8FF65DB683C5}"/>
              </a:ext>
            </a:extLst>
          </p:cNvPr>
          <p:cNvSpPr/>
          <p:nvPr/>
        </p:nvSpPr>
        <p:spPr>
          <a:xfrm>
            <a:off x="5717355" y="3252239"/>
            <a:ext cx="2092751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KT 3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tầng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B9B77-8726-5DD4-8374-08766631A442}"/>
              </a:ext>
            </a:extLst>
          </p:cNvPr>
          <p:cNvSpPr/>
          <p:nvPr/>
        </p:nvSpPr>
        <p:spPr>
          <a:xfrm>
            <a:off x="5665508" y="4114795"/>
            <a:ext cx="2092751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RESTful 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4BBE29-CE8F-D625-04D5-6A2D92FBB25C}"/>
              </a:ext>
            </a:extLst>
          </p:cNvPr>
          <p:cNvSpPr/>
          <p:nvPr/>
        </p:nvSpPr>
        <p:spPr>
          <a:xfrm>
            <a:off x="8809347" y="3157379"/>
            <a:ext cx="1786378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Andoid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java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94533A-FE06-0225-62E4-70BC868AD050}"/>
              </a:ext>
            </a:extLst>
          </p:cNvPr>
          <p:cNvSpPr/>
          <p:nvPr/>
        </p:nvSpPr>
        <p:spPr>
          <a:xfrm>
            <a:off x="8668731" y="3925865"/>
            <a:ext cx="2601798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Web: HTML, CSS, PHP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7B819F-39D2-52A5-83FC-A01D37CBBCC3}"/>
              </a:ext>
            </a:extLst>
          </p:cNvPr>
          <p:cNvSpPr/>
          <p:nvPr/>
        </p:nvSpPr>
        <p:spPr>
          <a:xfrm>
            <a:off x="8809347" y="4637982"/>
            <a:ext cx="2375552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SERVER API: PHP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C9242-50F4-824A-785B-C914FC24DAF2}"/>
              </a:ext>
            </a:extLst>
          </p:cNvPr>
          <p:cNvSpPr/>
          <p:nvPr/>
        </p:nvSpPr>
        <p:spPr>
          <a:xfrm>
            <a:off x="8823489" y="5189063"/>
            <a:ext cx="2601798" cy="5043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TRÍ TUỆ NHÂN TẠO</a:t>
            </a:r>
          </a:p>
        </p:txBody>
      </p:sp>
    </p:spTree>
    <p:extLst>
      <p:ext uri="{BB962C8B-B14F-4D97-AF65-F5344CB8AC3E}">
        <p14:creationId xmlns:p14="http://schemas.microsoft.com/office/powerpoint/2010/main" val="281851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671E-4392-85B1-E176-34677395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8DB17-6852-055F-B47B-469333B7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BEE00-EC98-64E5-F19F-33B5D17E38A4}"/>
              </a:ext>
            </a:extLst>
          </p:cNvPr>
          <p:cNvSpPr/>
          <p:nvPr/>
        </p:nvSpPr>
        <p:spPr>
          <a:xfrm>
            <a:off x="-21603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32E3F-F5F6-8718-5FB8-2F5195271F91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KHẢO SÁT HIỆN TRẠNG</a:t>
            </a:r>
          </a:p>
        </p:txBody>
      </p:sp>
      <p:pic>
        <p:nvPicPr>
          <p:cNvPr id="6" name="image24.png">
            <a:extLst>
              <a:ext uri="{FF2B5EF4-FFF2-40B4-BE49-F238E27FC236}">
                <a16:creationId xmlns:a16="http://schemas.microsoft.com/office/drawing/2014/main" id="{BF153613-C6D2-72D4-22F7-17B6E9B3A26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276199" y="199189"/>
            <a:ext cx="1485900" cy="1439545"/>
          </a:xfrm>
          <a:prstGeom prst="rect">
            <a:avLst/>
          </a:prstGeom>
          <a:ln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91FACA-9F3C-F8F9-57F8-E8BFF132FE23}"/>
              </a:ext>
            </a:extLst>
          </p:cNvPr>
          <p:cNvSpPr/>
          <p:nvPr/>
        </p:nvSpPr>
        <p:spPr>
          <a:xfrm>
            <a:off x="626093" y="1395701"/>
            <a:ext cx="4365396" cy="49029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3EFD94-C185-0E07-03F9-65A027CB308B}"/>
              </a:ext>
            </a:extLst>
          </p:cNvPr>
          <p:cNvSpPr/>
          <p:nvPr/>
        </p:nvSpPr>
        <p:spPr>
          <a:xfrm>
            <a:off x="4589936" y="1395701"/>
            <a:ext cx="3705652" cy="4619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KHẢO SÁT HIỆN TRẠNG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C4F0B-80DE-1667-F9D5-55B16F9444ED}"/>
              </a:ext>
            </a:extLst>
          </p:cNvPr>
          <p:cNvSpPr/>
          <p:nvPr/>
        </p:nvSpPr>
        <p:spPr>
          <a:xfrm>
            <a:off x="4779389" y="2064470"/>
            <a:ext cx="6825007" cy="461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</a:rPr>
              <a:t>▸</a:t>
            </a:r>
            <a:r>
              <a:rPr lang="en-US" sz="2400" dirty="0" err="1">
                <a:solidFill>
                  <a:prstClr val="black"/>
                </a:solidFill>
              </a:rPr>
              <a:t>Trẻ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em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gặp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khó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khắn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trong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việc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luyện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phát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âm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và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giao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tiếp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tiếng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anh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F7476-C183-7922-119B-9B69BE3BF7CF}"/>
              </a:ext>
            </a:extLst>
          </p:cNvPr>
          <p:cNvSpPr/>
          <p:nvPr/>
        </p:nvSpPr>
        <p:spPr>
          <a:xfrm>
            <a:off x="4779386" y="3037894"/>
            <a:ext cx="6825007" cy="461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</a:rPr>
              <a:t>▸Phương </a:t>
            </a:r>
            <a:r>
              <a:rPr lang="en-US" sz="2400" dirty="0" err="1">
                <a:solidFill>
                  <a:prstClr val="black"/>
                </a:solidFill>
              </a:rPr>
              <a:t>pháp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học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truyền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thống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còn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ít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tương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tác</a:t>
            </a:r>
            <a:r>
              <a:rPr lang="en-US" sz="2400" dirty="0">
                <a:solidFill>
                  <a:prstClr val="black"/>
                </a:solidFill>
              </a:rPr>
              <a:t>, </a:t>
            </a:r>
            <a:r>
              <a:rPr lang="en-US" sz="2400" dirty="0" err="1">
                <a:solidFill>
                  <a:prstClr val="black"/>
                </a:solidFill>
              </a:rPr>
              <a:t>chưa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tạo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hứng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thú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lâu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dài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48A79-4345-F76B-48A8-D1A283B24067}"/>
              </a:ext>
            </a:extLst>
          </p:cNvPr>
          <p:cNvSpPr/>
          <p:nvPr/>
        </p:nvSpPr>
        <p:spPr>
          <a:xfrm>
            <a:off x="4779387" y="3811426"/>
            <a:ext cx="6825007" cy="461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</a:rPr>
              <a:t>▸</a:t>
            </a:r>
            <a:r>
              <a:rPr lang="en-US" sz="2400" dirty="0" err="1">
                <a:solidFill>
                  <a:prstClr val="black"/>
                </a:solidFill>
              </a:rPr>
              <a:t>Thiếu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môi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trường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thực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hành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và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phản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hồi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tức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thời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FBC6C0-2286-5D7C-31E0-6D045FE8AD8D}"/>
              </a:ext>
            </a:extLst>
          </p:cNvPr>
          <p:cNvSpPr/>
          <p:nvPr/>
        </p:nvSpPr>
        <p:spPr>
          <a:xfrm>
            <a:off x="4779385" y="4553893"/>
            <a:ext cx="6825007" cy="461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</a:rPr>
              <a:t>▸</a:t>
            </a:r>
            <a:r>
              <a:rPr lang="en-US" sz="2400" dirty="0" err="1">
                <a:solidFill>
                  <a:prstClr val="black"/>
                </a:solidFill>
              </a:rPr>
              <a:t>Ít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ứng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dụng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tích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hợp</a:t>
            </a:r>
            <a:r>
              <a:rPr lang="en-US" sz="2400" dirty="0">
                <a:solidFill>
                  <a:prstClr val="black"/>
                </a:solidFill>
              </a:rPr>
              <a:t> AI </a:t>
            </a:r>
            <a:r>
              <a:rPr lang="en-US" sz="2400" dirty="0" err="1">
                <a:solidFill>
                  <a:prstClr val="black"/>
                </a:solidFill>
              </a:rPr>
              <a:t>hỗ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trợ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học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tiếng</a:t>
            </a:r>
            <a:r>
              <a:rPr lang="en-US" sz="2400" dirty="0">
                <a:solidFill>
                  <a:prstClr val="black"/>
                </a:solidFill>
              </a:rPr>
              <a:t> Anh </a:t>
            </a:r>
            <a:r>
              <a:rPr lang="en-US" sz="2400" dirty="0" err="1">
                <a:solidFill>
                  <a:prstClr val="black"/>
                </a:solidFill>
              </a:rPr>
              <a:t>dành</a:t>
            </a:r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 err="1">
                <a:solidFill>
                  <a:prstClr val="black"/>
                </a:solidFill>
              </a:rPr>
              <a:t>riêng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cho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trẻ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em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9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217F7B-8E3E-5A0D-5FFB-9E597B7BDD29}"/>
              </a:ext>
            </a:extLst>
          </p:cNvPr>
          <p:cNvSpPr/>
          <p:nvPr/>
        </p:nvSpPr>
        <p:spPr>
          <a:xfrm>
            <a:off x="-9428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22DE5-75C6-A884-DD44-5E31C1F5ABDA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YÊU CẦU HỆ THỐNG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C41515-E15E-38BC-E30F-930CE80E9791}"/>
              </a:ext>
            </a:extLst>
          </p:cNvPr>
          <p:cNvSpPr/>
          <p:nvPr/>
        </p:nvSpPr>
        <p:spPr>
          <a:xfrm>
            <a:off x="282020" y="2048758"/>
            <a:ext cx="3742441" cy="338422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3B3217F-834C-0448-B9DC-DA53570A6C65}"/>
              </a:ext>
            </a:extLst>
          </p:cNvPr>
          <p:cNvSpPr/>
          <p:nvPr/>
        </p:nvSpPr>
        <p:spPr>
          <a:xfrm>
            <a:off x="4383464" y="1875935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8308E-E8C1-F383-0EA1-B4DD65774918}"/>
              </a:ext>
            </a:extLst>
          </p:cNvPr>
          <p:cNvSpPr/>
          <p:nvPr/>
        </p:nvSpPr>
        <p:spPr>
          <a:xfrm>
            <a:off x="5015059" y="1875934"/>
            <a:ext cx="7098384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Đăng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ký</a:t>
            </a:r>
            <a:r>
              <a:rPr lang="en-US" sz="3200" dirty="0">
                <a:solidFill>
                  <a:schemeClr val="tx1"/>
                </a:solidFill>
              </a:rPr>
              <a:t>, </a:t>
            </a:r>
            <a:r>
              <a:rPr lang="en-US" sz="3200" dirty="0" err="1">
                <a:solidFill>
                  <a:schemeClr val="tx1"/>
                </a:solidFill>
              </a:rPr>
              <a:t>đăng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nhập</a:t>
            </a:r>
            <a:r>
              <a:rPr lang="en-US" sz="3200" dirty="0">
                <a:solidFill>
                  <a:schemeClr val="tx1"/>
                </a:solidFill>
              </a:rPr>
              <a:t>, </a:t>
            </a:r>
            <a:r>
              <a:rPr lang="en-US" sz="3200" dirty="0" err="1">
                <a:solidFill>
                  <a:schemeClr val="tx1"/>
                </a:solidFill>
              </a:rPr>
              <a:t>đăng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xuất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tài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khoản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0BB360E-4F2B-8D34-E669-97414ABE9650}"/>
              </a:ext>
            </a:extLst>
          </p:cNvPr>
          <p:cNvSpPr/>
          <p:nvPr/>
        </p:nvSpPr>
        <p:spPr>
          <a:xfrm>
            <a:off x="4383464" y="2476107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A8BB1-F0C1-A99D-12A7-0F7C7CEAA232}"/>
              </a:ext>
            </a:extLst>
          </p:cNvPr>
          <p:cNvSpPr/>
          <p:nvPr/>
        </p:nvSpPr>
        <p:spPr>
          <a:xfrm>
            <a:off x="5015059" y="2487108"/>
            <a:ext cx="6047294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 Học </a:t>
            </a:r>
            <a:r>
              <a:rPr lang="en-US" sz="3200" dirty="0" err="1">
                <a:solidFill>
                  <a:schemeClr val="tx1"/>
                </a:solidFill>
              </a:rPr>
              <a:t>từ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vựng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tiếng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anh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theo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chủ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đề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F1EAF39B-1198-5690-0C73-36367D072EC6}"/>
              </a:ext>
            </a:extLst>
          </p:cNvPr>
          <p:cNvSpPr/>
          <p:nvPr/>
        </p:nvSpPr>
        <p:spPr>
          <a:xfrm>
            <a:off x="4383464" y="3749511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1C6856-26EB-EFB7-AD96-936A9C41AA28}"/>
              </a:ext>
            </a:extLst>
          </p:cNvPr>
          <p:cNvSpPr/>
          <p:nvPr/>
        </p:nvSpPr>
        <p:spPr>
          <a:xfrm>
            <a:off x="5109327" y="3695294"/>
            <a:ext cx="6504495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Luyện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phát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âm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và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nhận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đánh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giá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từ</a:t>
            </a:r>
            <a:r>
              <a:rPr lang="en-US" sz="3200" dirty="0">
                <a:solidFill>
                  <a:schemeClr val="tx1"/>
                </a:solidFill>
              </a:rPr>
              <a:t> AI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2C53A1-62A9-6AD6-61EA-92FEA5C2C18A}"/>
              </a:ext>
            </a:extLst>
          </p:cNvPr>
          <p:cNvSpPr/>
          <p:nvPr/>
        </p:nvSpPr>
        <p:spPr>
          <a:xfrm>
            <a:off x="4383464" y="5162745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BABECF-7993-84C4-7A59-EA50E5601DC1}"/>
              </a:ext>
            </a:extLst>
          </p:cNvPr>
          <p:cNvSpPr/>
          <p:nvPr/>
        </p:nvSpPr>
        <p:spPr>
          <a:xfrm>
            <a:off x="4777818" y="5153316"/>
            <a:ext cx="6693032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Theo </a:t>
            </a:r>
            <a:r>
              <a:rPr lang="en-US" sz="3200" dirty="0" err="1">
                <a:solidFill>
                  <a:schemeClr val="tx1"/>
                </a:solidFill>
              </a:rPr>
              <a:t>dõi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kết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quả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và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tiến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độ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học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tập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E24F1CAC-C238-C4C1-8090-7056EC4FAB30}"/>
              </a:ext>
            </a:extLst>
          </p:cNvPr>
          <p:cNvSpPr/>
          <p:nvPr/>
        </p:nvSpPr>
        <p:spPr>
          <a:xfrm>
            <a:off x="4383464" y="4370893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764D07-7B2C-736A-B936-162BFAF44F84}"/>
              </a:ext>
            </a:extLst>
          </p:cNvPr>
          <p:cNvSpPr/>
          <p:nvPr/>
        </p:nvSpPr>
        <p:spPr>
          <a:xfrm>
            <a:off x="4987565" y="4370892"/>
            <a:ext cx="5731497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Trò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chuyện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với</a:t>
            </a:r>
            <a:r>
              <a:rPr lang="en-US" sz="3200" dirty="0">
                <a:solidFill>
                  <a:schemeClr val="tx1"/>
                </a:solidFill>
              </a:rPr>
              <a:t> Ai </a:t>
            </a:r>
            <a:r>
              <a:rPr lang="en-US" sz="3200" dirty="0" err="1">
                <a:solidFill>
                  <a:schemeClr val="tx1"/>
                </a:solidFill>
              </a:rPr>
              <a:t>hỗ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trợ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học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tập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28" name="image24.png">
            <a:extLst>
              <a:ext uri="{FF2B5EF4-FFF2-40B4-BE49-F238E27FC236}">
                <a16:creationId xmlns:a16="http://schemas.microsoft.com/office/drawing/2014/main" id="{53189D74-A6F8-532A-9739-BAFB01FFE15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19403" y="133161"/>
            <a:ext cx="1485900" cy="1439545"/>
          </a:xfrm>
          <a:prstGeom prst="rect">
            <a:avLst/>
          </a:prstGeom>
          <a:ln/>
        </p:spPr>
      </p:pic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F2ADD37C-679A-FE35-27D9-92A5C2E9353C}"/>
              </a:ext>
            </a:extLst>
          </p:cNvPr>
          <p:cNvSpPr/>
          <p:nvPr/>
        </p:nvSpPr>
        <p:spPr>
          <a:xfrm>
            <a:off x="4383464" y="5827333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B73023-E65A-0B69-9BC8-9D74DA3A7494}"/>
              </a:ext>
            </a:extLst>
          </p:cNvPr>
          <p:cNvSpPr/>
          <p:nvPr/>
        </p:nvSpPr>
        <p:spPr>
          <a:xfrm>
            <a:off x="5109327" y="5739343"/>
            <a:ext cx="2110034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Quiz Game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23456D5C-F572-899D-9D2E-DFC43CD28B00}"/>
              </a:ext>
            </a:extLst>
          </p:cNvPr>
          <p:cNvSpPr/>
          <p:nvPr/>
        </p:nvSpPr>
        <p:spPr>
          <a:xfrm>
            <a:off x="4383464" y="3097489"/>
            <a:ext cx="394354" cy="44305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B3D7E-8560-C742-4E0A-FBB245730D59}"/>
              </a:ext>
            </a:extLst>
          </p:cNvPr>
          <p:cNvSpPr/>
          <p:nvPr/>
        </p:nvSpPr>
        <p:spPr>
          <a:xfrm>
            <a:off x="5053554" y="3091201"/>
            <a:ext cx="2673284" cy="44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Chụp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ảnh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dịch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892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30" grpId="0" animBg="1"/>
      <p:bldP spid="31" grpId="0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66DF5-DE82-2842-4DE0-641864EA4C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B8B055-CFFB-6055-5A5D-58A8414A68EA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ĐẶC TẢ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28D208-3528-2BFD-40BA-A4105C44719E}"/>
              </a:ext>
            </a:extLst>
          </p:cNvPr>
          <p:cNvSpPr/>
          <p:nvPr/>
        </p:nvSpPr>
        <p:spPr>
          <a:xfrm>
            <a:off x="2073896" y="2187020"/>
            <a:ext cx="3572759" cy="37141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3CFCE-4123-4527-5654-E43FFE6BD2B2}"/>
              </a:ext>
            </a:extLst>
          </p:cNvPr>
          <p:cNvSpPr/>
          <p:nvPr/>
        </p:nvSpPr>
        <p:spPr>
          <a:xfrm>
            <a:off x="2139883" y="2187020"/>
            <a:ext cx="3440783" cy="76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NGƯỜI DÙNG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C604A0-BADF-C723-B7DF-6BA23E5AE28F}"/>
              </a:ext>
            </a:extLst>
          </p:cNvPr>
          <p:cNvSpPr/>
          <p:nvPr/>
        </p:nvSpPr>
        <p:spPr>
          <a:xfrm>
            <a:off x="2309566" y="3183904"/>
            <a:ext cx="3186260" cy="25169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Sử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dụng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các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chức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năng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tập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Học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từ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vựng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chủ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đề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Luyện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nói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Chat AI, Quiz Game,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Chụp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ảnh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dịch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25A92F-4886-3352-F95D-272A6AEC123C}"/>
              </a:ext>
            </a:extLst>
          </p:cNvPr>
          <p:cNvSpPr/>
          <p:nvPr/>
        </p:nvSpPr>
        <p:spPr>
          <a:xfrm>
            <a:off x="6611334" y="2187020"/>
            <a:ext cx="3572759" cy="37141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11EE8-600F-1D70-F415-11A8AF161F4C}"/>
              </a:ext>
            </a:extLst>
          </p:cNvPr>
          <p:cNvSpPr/>
          <p:nvPr/>
        </p:nvSpPr>
        <p:spPr>
          <a:xfrm>
            <a:off x="6677321" y="2187020"/>
            <a:ext cx="3440783" cy="76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36CD2-9FAB-3F30-2508-110C581C7D6C}"/>
              </a:ext>
            </a:extLst>
          </p:cNvPr>
          <p:cNvSpPr/>
          <p:nvPr/>
        </p:nvSpPr>
        <p:spPr>
          <a:xfrm>
            <a:off x="6804582" y="3827283"/>
            <a:ext cx="3186260" cy="19772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Quản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lý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người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dùng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chủ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đề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Câu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hỏi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quiz,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từ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vựng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lịch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sử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nói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kết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quả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quiz,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thành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tích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image24.png">
            <a:extLst>
              <a:ext uri="{FF2B5EF4-FFF2-40B4-BE49-F238E27FC236}">
                <a16:creationId xmlns:a16="http://schemas.microsoft.com/office/drawing/2014/main" id="{A195F423-D352-DB8D-F61F-52A64E7D173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184093" y="237047"/>
            <a:ext cx="1485900" cy="1439545"/>
          </a:xfrm>
          <a:prstGeom prst="rect">
            <a:avLst/>
          </a:prstGeom>
          <a:ln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2DF6B2-7E0A-2DA6-40DD-6B694C0751DF}"/>
              </a:ext>
            </a:extLst>
          </p:cNvPr>
          <p:cNvSpPr/>
          <p:nvPr/>
        </p:nvSpPr>
        <p:spPr>
          <a:xfrm>
            <a:off x="6774731" y="3183904"/>
            <a:ext cx="2828041" cy="546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Quyền: CRUD</a:t>
            </a:r>
          </a:p>
        </p:txBody>
      </p:sp>
    </p:spTree>
    <p:extLst>
      <p:ext uri="{BB962C8B-B14F-4D97-AF65-F5344CB8AC3E}">
        <p14:creationId xmlns:p14="http://schemas.microsoft.com/office/powerpoint/2010/main" val="217977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3" grpId="0" animBg="1"/>
      <p:bldP spid="14" grpId="0" animBg="1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96B20C-85D9-C909-057F-CA78666D1B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2F392-50D5-7BC8-F8D4-7F0E0A2C40B3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USE CASE TỔNG QUÁT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E6B87-4046-8B3C-CA6A-2DB0F310DF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30" b="6928"/>
          <a:stretch/>
        </p:blipFill>
        <p:spPr bwMode="auto">
          <a:xfrm>
            <a:off x="3701177" y="1545995"/>
            <a:ext cx="8221002" cy="44957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741864-F7C2-1571-FF59-3290A30E9B47}"/>
              </a:ext>
            </a:extLst>
          </p:cNvPr>
          <p:cNvSpPr/>
          <p:nvPr/>
        </p:nvSpPr>
        <p:spPr>
          <a:xfrm>
            <a:off x="999241" y="2724346"/>
            <a:ext cx="2432116" cy="1244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APP ANDROID</a:t>
            </a:r>
          </a:p>
        </p:txBody>
      </p:sp>
      <p:pic>
        <p:nvPicPr>
          <p:cNvPr id="8" name="image24.png">
            <a:extLst>
              <a:ext uri="{FF2B5EF4-FFF2-40B4-BE49-F238E27FC236}">
                <a16:creationId xmlns:a16="http://schemas.microsoft.com/office/drawing/2014/main" id="{4E8CED63-1B92-2F47-0925-F5089FB8652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88338" y="131975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87592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CC4A23-4BF6-A1B8-2313-745893B7C0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DBDBB4-EF55-57C4-C3F5-C87ABAB64E6F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SƠ ĐỒ TRÌNH TỰ CHAT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85E081-5199-5912-F38B-4FF026798B8C}"/>
              </a:ext>
            </a:extLst>
          </p:cNvPr>
          <p:cNvSpPr/>
          <p:nvPr/>
        </p:nvSpPr>
        <p:spPr>
          <a:xfrm>
            <a:off x="999241" y="2724346"/>
            <a:ext cx="2432116" cy="1244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CHAT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5B7B6-B7EF-EF70-AF4A-7965F61DC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7" y="1704008"/>
            <a:ext cx="8175720" cy="4529351"/>
          </a:xfrm>
          <a:prstGeom prst="rect">
            <a:avLst/>
          </a:prstGeom>
        </p:spPr>
      </p:pic>
      <p:pic>
        <p:nvPicPr>
          <p:cNvPr id="10" name="image24.png">
            <a:extLst>
              <a:ext uri="{FF2B5EF4-FFF2-40B4-BE49-F238E27FC236}">
                <a16:creationId xmlns:a16="http://schemas.microsoft.com/office/drawing/2014/main" id="{CC5785DA-CD6F-41FC-5B18-AE17160ABBB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88338" y="131975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39891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8C8B7-6B4C-FBBB-A65C-3C04CBFA35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533FF-50EC-CFBF-4902-83F648EC2C34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SƠ ĐỒ HOẠT ĐỘNG CHAT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890E0-720C-FA54-EC65-9729EEF35247}"/>
              </a:ext>
            </a:extLst>
          </p:cNvPr>
          <p:cNvSpPr/>
          <p:nvPr/>
        </p:nvSpPr>
        <p:spPr>
          <a:xfrm>
            <a:off x="999241" y="2724346"/>
            <a:ext cx="2432116" cy="1244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CHAT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13DBF-46FC-0D9C-CB81-45A63703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398" y="1345827"/>
            <a:ext cx="7176390" cy="5018747"/>
          </a:xfrm>
          <a:prstGeom prst="rect">
            <a:avLst/>
          </a:prstGeom>
        </p:spPr>
      </p:pic>
      <p:pic>
        <p:nvPicPr>
          <p:cNvPr id="8" name="image24.png">
            <a:extLst>
              <a:ext uri="{FF2B5EF4-FFF2-40B4-BE49-F238E27FC236}">
                <a16:creationId xmlns:a16="http://schemas.microsoft.com/office/drawing/2014/main" id="{C64ED018-CBE9-3D7B-12BE-C93C1CFDF72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706100" y="131975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10771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9F89EA-1EF7-5C0A-7C31-688E18F7DDB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89CAA-6FE0-CC9E-B0CA-E2E172135E56}"/>
              </a:ext>
            </a:extLst>
          </p:cNvPr>
          <p:cNvSpPr/>
          <p:nvPr/>
        </p:nvSpPr>
        <p:spPr>
          <a:xfrm>
            <a:off x="622169" y="2476892"/>
            <a:ext cx="2884602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SƠ ĐỒ LỚP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700EB-6C44-74D9-4D40-F83F6DD0B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442" y="-107521"/>
            <a:ext cx="7975076" cy="707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D242-AEDE-4BA6-E9EC-4AE8DE48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5ED28B-445F-324F-AC7E-8B9B12432F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E731E-E270-5A48-94A1-BF55CB004FA7}"/>
              </a:ext>
            </a:extLst>
          </p:cNvPr>
          <p:cNvSpPr/>
          <p:nvPr/>
        </p:nvSpPr>
        <p:spPr>
          <a:xfrm>
            <a:off x="351934" y="1326822"/>
            <a:ext cx="1222343" cy="38013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CƠ </a:t>
            </a:r>
          </a:p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SỞ </a:t>
            </a:r>
          </a:p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DỮ </a:t>
            </a:r>
          </a:p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LIỆU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2C4AA-63E8-DEED-0E80-7731D7FE50EB}"/>
              </a:ext>
            </a:extLst>
          </p:cNvPr>
          <p:cNvSpPr/>
          <p:nvPr/>
        </p:nvSpPr>
        <p:spPr>
          <a:xfrm>
            <a:off x="1696825" y="0"/>
            <a:ext cx="10303497" cy="672131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2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4A93-1EA8-E193-998A-06A94CF7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243E88-B8F9-8668-629C-20594680D8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35A507-35E9-F6BB-294E-3332D68B9189}"/>
              </a:ext>
            </a:extLst>
          </p:cNvPr>
          <p:cNvSpPr/>
          <p:nvPr/>
        </p:nvSpPr>
        <p:spPr>
          <a:xfrm>
            <a:off x="0" y="131975"/>
            <a:ext cx="6495068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DEMO CHƯƠNG TRÌNH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6342C-00BC-B6A1-A59E-A4E151AF89B0}"/>
              </a:ext>
            </a:extLst>
          </p:cNvPr>
          <p:cNvSpPr/>
          <p:nvPr/>
        </p:nvSpPr>
        <p:spPr>
          <a:xfrm>
            <a:off x="4642701" y="1216057"/>
            <a:ext cx="3704734" cy="55005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24.png">
            <a:extLst>
              <a:ext uri="{FF2B5EF4-FFF2-40B4-BE49-F238E27FC236}">
                <a16:creationId xmlns:a16="http://schemas.microsoft.com/office/drawing/2014/main" id="{7F2C899E-6653-6158-2E42-3DB2806900F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88338" y="131975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8599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0AF6-2AA2-CD27-585A-A18F2156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51772C-9EEC-F17F-1580-B23D146F30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2BE7A6-E9B7-583A-4632-50BBB8B97939}"/>
              </a:ext>
            </a:extLst>
          </p:cNvPr>
          <p:cNvSpPr/>
          <p:nvPr/>
        </p:nvSpPr>
        <p:spPr>
          <a:xfrm>
            <a:off x="1264764" y="452486"/>
            <a:ext cx="4110087" cy="952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CHỌN CHỦ ĐỀ HỌC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24278-D0DD-E01D-71F7-FC3EA0A61A39}"/>
              </a:ext>
            </a:extLst>
          </p:cNvPr>
          <p:cNvSpPr/>
          <p:nvPr/>
        </p:nvSpPr>
        <p:spPr>
          <a:xfrm>
            <a:off x="1442300" y="1494148"/>
            <a:ext cx="3610467" cy="536385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B56520-6023-AB1E-D0A4-BC3488446533}"/>
              </a:ext>
            </a:extLst>
          </p:cNvPr>
          <p:cNvSpPr/>
          <p:nvPr/>
        </p:nvSpPr>
        <p:spPr>
          <a:xfrm>
            <a:off x="6661607" y="1574275"/>
            <a:ext cx="3921552" cy="536385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066742-0B3C-BD62-0ADE-12B5F325C330}"/>
              </a:ext>
            </a:extLst>
          </p:cNvPr>
          <p:cNvSpPr/>
          <p:nvPr/>
        </p:nvSpPr>
        <p:spPr>
          <a:xfrm>
            <a:off x="6639614" y="608028"/>
            <a:ext cx="3943546" cy="952107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HỌC TỪ VỰNG THEO CHỦ ĐỂ</a:t>
            </a:r>
          </a:p>
        </p:txBody>
      </p:sp>
    </p:spTree>
    <p:extLst>
      <p:ext uri="{BB962C8B-B14F-4D97-AF65-F5344CB8AC3E}">
        <p14:creationId xmlns:p14="http://schemas.microsoft.com/office/powerpoint/2010/main" val="77150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821F-7EAC-F8D1-A2C8-89C3B9D4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D3DB7F-6BE9-5DB5-2EF0-3A08380E73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4723C-2AE3-4E13-F431-6B03A7C8C824}"/>
              </a:ext>
            </a:extLst>
          </p:cNvPr>
          <p:cNvSpPr/>
          <p:nvPr/>
        </p:nvSpPr>
        <p:spPr>
          <a:xfrm>
            <a:off x="0" y="131975"/>
            <a:ext cx="6495068" cy="11594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LUYỆN NÓI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D88BF8-2A1E-E6B5-A2FF-1B324103F154}"/>
              </a:ext>
            </a:extLst>
          </p:cNvPr>
          <p:cNvSpPr/>
          <p:nvPr/>
        </p:nvSpPr>
        <p:spPr>
          <a:xfrm>
            <a:off x="1934065" y="1404593"/>
            <a:ext cx="3591614" cy="5203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6B9DF-77C9-34D9-EB06-B5EE0D47502F}"/>
              </a:ext>
            </a:extLst>
          </p:cNvPr>
          <p:cNvSpPr/>
          <p:nvPr/>
        </p:nvSpPr>
        <p:spPr>
          <a:xfrm>
            <a:off x="7459743" y="1404594"/>
            <a:ext cx="3767582" cy="520359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FFA73-75AB-A62C-E9EA-9E4B8BB3AA75}"/>
              </a:ext>
            </a:extLst>
          </p:cNvPr>
          <p:cNvSpPr/>
          <p:nvPr/>
        </p:nvSpPr>
        <p:spPr>
          <a:xfrm>
            <a:off x="7459742" y="249811"/>
            <a:ext cx="3767583" cy="98510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GAME QUIZ</a:t>
            </a:r>
          </a:p>
        </p:txBody>
      </p:sp>
    </p:spTree>
    <p:extLst>
      <p:ext uri="{BB962C8B-B14F-4D97-AF65-F5344CB8AC3E}">
        <p14:creationId xmlns:p14="http://schemas.microsoft.com/office/powerpoint/2010/main" val="935202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594D-0424-28DC-90E0-E14E2211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DE92DB-020A-FA09-6694-E28ECB3D30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B37D27-9C06-5B1F-2BE8-B765620AC0B9}"/>
              </a:ext>
            </a:extLst>
          </p:cNvPr>
          <p:cNvSpPr/>
          <p:nvPr/>
        </p:nvSpPr>
        <p:spPr>
          <a:xfrm>
            <a:off x="0" y="131975"/>
            <a:ext cx="6495068" cy="11594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CHAT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9EC6B1-CFA6-7DE2-DD9E-47C86DF2C2ED}"/>
              </a:ext>
            </a:extLst>
          </p:cNvPr>
          <p:cNvSpPr/>
          <p:nvPr/>
        </p:nvSpPr>
        <p:spPr>
          <a:xfrm>
            <a:off x="1934065" y="1404593"/>
            <a:ext cx="3591614" cy="5203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6A023-FE1D-46C8-779C-CAB5486114BD}"/>
              </a:ext>
            </a:extLst>
          </p:cNvPr>
          <p:cNvSpPr/>
          <p:nvPr/>
        </p:nvSpPr>
        <p:spPr>
          <a:xfrm>
            <a:off x="7459743" y="1404594"/>
            <a:ext cx="3767582" cy="520359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1F1A1-DD47-558F-926A-74F46DB5B025}"/>
              </a:ext>
            </a:extLst>
          </p:cNvPr>
          <p:cNvSpPr/>
          <p:nvPr/>
        </p:nvSpPr>
        <p:spPr>
          <a:xfrm>
            <a:off x="7459742" y="249811"/>
            <a:ext cx="3767583" cy="98510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CHỤP ẢNH DỊCH</a:t>
            </a:r>
          </a:p>
        </p:txBody>
      </p:sp>
    </p:spTree>
    <p:extLst>
      <p:ext uri="{BB962C8B-B14F-4D97-AF65-F5344CB8AC3E}">
        <p14:creationId xmlns:p14="http://schemas.microsoft.com/office/powerpoint/2010/main" val="203524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BF35-288E-2E47-22D3-8A83850B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7F5DC7-F06D-FAD5-61EF-35CDCF43AE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506F41-647F-C84F-4C46-E931E8A24213}"/>
              </a:ext>
            </a:extLst>
          </p:cNvPr>
          <p:cNvSpPr/>
          <p:nvPr/>
        </p:nvSpPr>
        <p:spPr>
          <a:xfrm>
            <a:off x="0" y="131975"/>
            <a:ext cx="6495068" cy="11594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WEB ADMIN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81B919-7BD9-B191-8FD8-8CCFA25F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069"/>
            <a:ext cx="12192000" cy="591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33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169E-F640-AF7E-98A9-B9F1EFFE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D5019F-79E0-684E-B13A-75A543C8D9BE}"/>
              </a:ext>
            </a:extLst>
          </p:cNvPr>
          <p:cNvSpPr/>
          <p:nvPr/>
        </p:nvSpPr>
        <p:spPr>
          <a:xfrm>
            <a:off x="0" y="-23567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FEBB5-4A0E-D946-5C43-473E2508421D}"/>
              </a:ext>
            </a:extLst>
          </p:cNvPr>
          <p:cNvSpPr/>
          <p:nvPr/>
        </p:nvSpPr>
        <p:spPr>
          <a:xfrm>
            <a:off x="0" y="131975"/>
            <a:ext cx="6495068" cy="11594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TỔNG KẾT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A14EA4-4396-BDB0-5325-FA277719D89B}"/>
              </a:ext>
            </a:extLst>
          </p:cNvPr>
          <p:cNvSpPr/>
          <p:nvPr/>
        </p:nvSpPr>
        <p:spPr>
          <a:xfrm>
            <a:off x="2762053" y="1272619"/>
            <a:ext cx="7786540" cy="99924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Đề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tài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: XÂY DỰNG ỨNG DỤNG HỌC TIẾNG ANH CHO TRẺ CÓ TÍCH HỢP AI HỖ TRỢ LUYỆN PHÁT ÂM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91D71B-D10E-17A6-6AD7-A0123C08F55A}"/>
              </a:ext>
            </a:extLst>
          </p:cNvPr>
          <p:cNvSpPr/>
          <p:nvPr/>
        </p:nvSpPr>
        <p:spPr>
          <a:xfrm>
            <a:off x="225458" y="2597085"/>
            <a:ext cx="3733799" cy="423734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F76798-3F76-4B98-3EDE-88275E2FB7E5}"/>
              </a:ext>
            </a:extLst>
          </p:cNvPr>
          <p:cNvSpPr/>
          <p:nvPr/>
        </p:nvSpPr>
        <p:spPr>
          <a:xfrm>
            <a:off x="609694" y="2403835"/>
            <a:ext cx="3220439" cy="65516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/>
              <a:t>KẾT QUẢ ĐẠT ĐƯỢC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229B16-1281-A6C5-7F3C-E16177C293CE}"/>
              </a:ext>
            </a:extLst>
          </p:cNvPr>
          <p:cNvSpPr/>
          <p:nvPr/>
        </p:nvSpPr>
        <p:spPr>
          <a:xfrm>
            <a:off x="8523793" y="2553289"/>
            <a:ext cx="3514235" cy="422026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EAFB5D-C861-0A30-15AD-EBD4A43712E0}"/>
              </a:ext>
            </a:extLst>
          </p:cNvPr>
          <p:cNvSpPr/>
          <p:nvPr/>
        </p:nvSpPr>
        <p:spPr>
          <a:xfrm>
            <a:off x="8930716" y="2356309"/>
            <a:ext cx="2895115" cy="63159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/>
              <a:t>HƯỚNG PHÁT TRIỂN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B43069-7E84-F3D0-29DD-0B9652FD26EF}"/>
              </a:ext>
            </a:extLst>
          </p:cNvPr>
          <p:cNvSpPr/>
          <p:nvPr/>
        </p:nvSpPr>
        <p:spPr>
          <a:xfrm>
            <a:off x="4567388" y="2553289"/>
            <a:ext cx="3261674" cy="4105373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CEE4FE-E566-8E87-33AC-186D2829D797}"/>
              </a:ext>
            </a:extLst>
          </p:cNvPr>
          <p:cNvSpPr/>
          <p:nvPr/>
        </p:nvSpPr>
        <p:spPr>
          <a:xfrm>
            <a:off x="5128395" y="2415618"/>
            <a:ext cx="2611224" cy="63159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HẠN CHẾ</a:t>
            </a:r>
            <a:endParaRPr lang="en-US" sz="2000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BD87DD7-A340-70B2-B255-FB4DFB1D1D66}"/>
              </a:ext>
            </a:extLst>
          </p:cNvPr>
          <p:cNvSpPr/>
          <p:nvPr/>
        </p:nvSpPr>
        <p:spPr>
          <a:xfrm>
            <a:off x="366168" y="2380268"/>
            <a:ext cx="801046" cy="655163"/>
          </a:xfrm>
          <a:prstGeom prst="flowChartConnector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🏆</a:t>
            </a:r>
            <a:endParaRPr lang="en-US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0EEEE64-B0C3-209C-2347-AA805A243D1B}"/>
              </a:ext>
            </a:extLst>
          </p:cNvPr>
          <p:cNvSpPr/>
          <p:nvPr/>
        </p:nvSpPr>
        <p:spPr>
          <a:xfrm>
            <a:off x="4700371" y="2396764"/>
            <a:ext cx="677161" cy="655163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⚠️</a:t>
            </a:r>
            <a:endParaRPr lang="en-US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D57DFC0-76AC-2022-A142-00B84BC8C69C}"/>
              </a:ext>
            </a:extLst>
          </p:cNvPr>
          <p:cNvSpPr/>
          <p:nvPr/>
        </p:nvSpPr>
        <p:spPr>
          <a:xfrm>
            <a:off x="8727939" y="2332742"/>
            <a:ext cx="677161" cy="655163"/>
          </a:xfrm>
          <a:prstGeom prst="flowChartConnector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🚀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8083E1-92D1-92FC-705B-0292C9669E13}"/>
              </a:ext>
            </a:extLst>
          </p:cNvPr>
          <p:cNvSpPr/>
          <p:nvPr/>
        </p:nvSpPr>
        <p:spPr>
          <a:xfrm>
            <a:off x="791852" y="3318235"/>
            <a:ext cx="3167405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Xây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dựng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thành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công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ứng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dụng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học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tiếng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cho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4BE122A-D341-BFCF-6A1F-7DBEB7058910}"/>
              </a:ext>
            </a:extLst>
          </p:cNvPr>
          <p:cNvSpPr/>
          <p:nvPr/>
        </p:nvSpPr>
        <p:spPr>
          <a:xfrm>
            <a:off x="366167" y="3293490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157345-58F8-D6CF-1510-272456CDAE69}"/>
              </a:ext>
            </a:extLst>
          </p:cNvPr>
          <p:cNvSpPr/>
          <p:nvPr/>
        </p:nvSpPr>
        <p:spPr>
          <a:xfrm>
            <a:off x="791852" y="4165468"/>
            <a:ext cx="3167405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Tích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hợp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được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AI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hỗ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trợ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học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tập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luyện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phát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âm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CD01C68-6287-B9F8-ED40-952537FA19E0}"/>
              </a:ext>
            </a:extLst>
          </p:cNvPr>
          <p:cNvSpPr/>
          <p:nvPr/>
        </p:nvSpPr>
        <p:spPr>
          <a:xfrm>
            <a:off x="366167" y="4140723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98B78B-9AE5-9545-AEE1-C4E8DEE6C382}"/>
              </a:ext>
            </a:extLst>
          </p:cNvPr>
          <p:cNvSpPr/>
          <p:nvPr/>
        </p:nvSpPr>
        <p:spPr>
          <a:xfrm>
            <a:off x="791852" y="5012701"/>
            <a:ext cx="3167405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Hoàn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thành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websit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admin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API server 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D469B7D2-05BB-7502-275B-C72E7B24BA62}"/>
              </a:ext>
            </a:extLst>
          </p:cNvPr>
          <p:cNvSpPr/>
          <p:nvPr/>
        </p:nvSpPr>
        <p:spPr>
          <a:xfrm>
            <a:off x="336566" y="4998558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3919E3-CE80-5A2D-31DE-DF5029F923AB}"/>
              </a:ext>
            </a:extLst>
          </p:cNvPr>
          <p:cNvSpPr/>
          <p:nvPr/>
        </p:nvSpPr>
        <p:spPr>
          <a:xfrm>
            <a:off x="791852" y="5859934"/>
            <a:ext cx="3167405" cy="913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Triển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khai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được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chức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năng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chính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Từ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vựng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Quiz game, Chat AI, OCR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dịch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ảnh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E26E47-AEF9-31FE-9DA7-F78BB93A56B8}"/>
              </a:ext>
            </a:extLst>
          </p:cNvPr>
          <p:cNvSpPr/>
          <p:nvPr/>
        </p:nvSpPr>
        <p:spPr>
          <a:xfrm>
            <a:off x="333521" y="5945173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✔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81F7A4-FB6B-D629-BDB8-9148AA270F16}"/>
              </a:ext>
            </a:extLst>
          </p:cNvPr>
          <p:cNvCxnSpPr/>
          <p:nvPr/>
        </p:nvCxnSpPr>
        <p:spPr>
          <a:xfrm>
            <a:off x="609694" y="3987538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8F7800-B57E-BFB2-781A-D27DC451E80B}"/>
              </a:ext>
            </a:extLst>
          </p:cNvPr>
          <p:cNvCxnSpPr/>
          <p:nvPr/>
        </p:nvCxnSpPr>
        <p:spPr>
          <a:xfrm>
            <a:off x="609694" y="4894082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3530F5-C419-90B1-35BD-E907C204632F}"/>
              </a:ext>
            </a:extLst>
          </p:cNvPr>
          <p:cNvCxnSpPr/>
          <p:nvPr/>
        </p:nvCxnSpPr>
        <p:spPr>
          <a:xfrm>
            <a:off x="609694" y="5751922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474D3D48-DA36-6893-2FE2-E7DBFE726B8E}"/>
              </a:ext>
            </a:extLst>
          </p:cNvPr>
          <p:cNvSpPr/>
          <p:nvPr/>
        </p:nvSpPr>
        <p:spPr>
          <a:xfrm>
            <a:off x="4732446" y="3341409"/>
            <a:ext cx="350269" cy="294588"/>
          </a:xfrm>
          <a:prstGeom prst="flowChartConnector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▸</a:t>
            </a:r>
            <a:endParaRPr lang="en-US" sz="24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45BE16-35A8-7909-5B35-D4EED7E9B301}"/>
              </a:ext>
            </a:extLst>
          </p:cNvPr>
          <p:cNvSpPr/>
          <p:nvPr/>
        </p:nvSpPr>
        <p:spPr>
          <a:xfrm>
            <a:off x="5175905" y="3318235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Chưa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triển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khai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được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môi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trường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thực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tế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A54AB7-4CDB-BD09-97B8-722A97AF429F}"/>
              </a:ext>
            </a:extLst>
          </p:cNvPr>
          <p:cNvCxnSpPr/>
          <p:nvPr/>
        </p:nvCxnSpPr>
        <p:spPr>
          <a:xfrm>
            <a:off x="4785981" y="4007963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02846B6C-4466-3C70-28CF-D0E7301AAE2F}"/>
              </a:ext>
            </a:extLst>
          </p:cNvPr>
          <p:cNvSpPr/>
          <p:nvPr/>
        </p:nvSpPr>
        <p:spPr>
          <a:xfrm>
            <a:off x="4720403" y="4294109"/>
            <a:ext cx="350269" cy="294588"/>
          </a:xfrm>
          <a:prstGeom prst="flowChartConnector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▸</a:t>
            </a:r>
            <a:endParaRPr lang="en-US" sz="24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9BCBA0-51C2-7D52-FB0F-45B31C9E6DDE}"/>
              </a:ext>
            </a:extLst>
          </p:cNvPr>
          <p:cNvSpPr/>
          <p:nvPr/>
        </p:nvSpPr>
        <p:spPr>
          <a:xfrm>
            <a:off x="5217838" y="4234991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Chưa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đánh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giá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được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số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lượng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người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dùng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46C065-2402-4932-B457-632259B263F2}"/>
              </a:ext>
            </a:extLst>
          </p:cNvPr>
          <p:cNvCxnSpPr/>
          <p:nvPr/>
        </p:nvCxnSpPr>
        <p:spPr>
          <a:xfrm>
            <a:off x="4833491" y="4894082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A9EAA066-6B01-2E3E-A49A-BF6C586A809E}"/>
              </a:ext>
            </a:extLst>
          </p:cNvPr>
          <p:cNvSpPr/>
          <p:nvPr/>
        </p:nvSpPr>
        <p:spPr>
          <a:xfrm>
            <a:off x="4720403" y="5246700"/>
            <a:ext cx="350269" cy="294588"/>
          </a:xfrm>
          <a:prstGeom prst="flowChartConnector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▸</a:t>
            </a:r>
            <a:endParaRPr lang="en-US" sz="24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5893A3-CC6C-C48A-7368-AF71ED53CD7F}"/>
              </a:ext>
            </a:extLst>
          </p:cNvPr>
          <p:cNvSpPr/>
          <p:nvPr/>
        </p:nvSpPr>
        <p:spPr>
          <a:xfrm>
            <a:off x="5217838" y="5085758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Chưa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hỗ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trợ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ngoại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tuyến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8753B3-1F01-4EEB-00E3-21BA0515FE47}"/>
              </a:ext>
            </a:extLst>
          </p:cNvPr>
          <p:cNvCxnSpPr/>
          <p:nvPr/>
        </p:nvCxnSpPr>
        <p:spPr>
          <a:xfrm>
            <a:off x="4833491" y="5671398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4D21496-0263-7AD9-6B1E-6808446296F9}"/>
              </a:ext>
            </a:extLst>
          </p:cNvPr>
          <p:cNvSpPr/>
          <p:nvPr/>
        </p:nvSpPr>
        <p:spPr>
          <a:xfrm>
            <a:off x="9266327" y="3198041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Bổ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sung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học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qua video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bài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hát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B7A4DCCF-CF67-ECA2-509A-6ECE60CDF0C1}"/>
              </a:ext>
            </a:extLst>
          </p:cNvPr>
          <p:cNvSpPr/>
          <p:nvPr/>
        </p:nvSpPr>
        <p:spPr>
          <a:xfrm>
            <a:off x="8755581" y="3256467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➜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E544B2-9DD7-10C4-0268-73104AB2F27E}"/>
              </a:ext>
            </a:extLst>
          </p:cNvPr>
          <p:cNvSpPr/>
          <p:nvPr/>
        </p:nvSpPr>
        <p:spPr>
          <a:xfrm>
            <a:off x="9238685" y="4170480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Tối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ưu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hiệu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năng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trải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nghiệm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người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dùng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90642551-5813-EF38-21E2-286F53D7B276}"/>
              </a:ext>
            </a:extLst>
          </p:cNvPr>
          <p:cNvSpPr/>
          <p:nvPr/>
        </p:nvSpPr>
        <p:spPr>
          <a:xfrm>
            <a:off x="8727939" y="4228906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➜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3A809C-634C-738C-5BB4-005B8B7FA4CA}"/>
              </a:ext>
            </a:extLst>
          </p:cNvPr>
          <p:cNvSpPr/>
          <p:nvPr/>
        </p:nvSpPr>
        <p:spPr>
          <a:xfrm>
            <a:off x="9266327" y="5083993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Hoàn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thiện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triển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khai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ứng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dụng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thực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thế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77CBB8C0-3804-FD93-D50D-BBB101C94C4A}"/>
              </a:ext>
            </a:extLst>
          </p:cNvPr>
          <p:cNvSpPr/>
          <p:nvPr/>
        </p:nvSpPr>
        <p:spPr>
          <a:xfrm>
            <a:off x="8755581" y="5142419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➜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E4FEF6-2C4D-229C-34D6-55933321AF68}"/>
              </a:ext>
            </a:extLst>
          </p:cNvPr>
          <p:cNvSpPr/>
          <p:nvPr/>
        </p:nvSpPr>
        <p:spPr>
          <a:xfrm>
            <a:off x="9266327" y="5928678"/>
            <a:ext cx="2611224" cy="4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Triển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khai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ứng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dụng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ngoại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tuyến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1EE6E92B-A8F5-4544-0F3E-20AA2B1E4774}"/>
              </a:ext>
            </a:extLst>
          </p:cNvPr>
          <p:cNvSpPr/>
          <p:nvPr/>
        </p:nvSpPr>
        <p:spPr>
          <a:xfrm>
            <a:off x="8755581" y="5987104"/>
            <a:ext cx="350269" cy="294588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➜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AD72A4-8C5D-1A9E-7B4F-88613B990550}"/>
              </a:ext>
            </a:extLst>
          </p:cNvPr>
          <p:cNvCxnSpPr/>
          <p:nvPr/>
        </p:nvCxnSpPr>
        <p:spPr>
          <a:xfrm>
            <a:off x="8896271" y="3962400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A0EC576-6F8F-FFDF-F29E-556EACA9FB50}"/>
              </a:ext>
            </a:extLst>
          </p:cNvPr>
          <p:cNvCxnSpPr/>
          <p:nvPr/>
        </p:nvCxnSpPr>
        <p:spPr>
          <a:xfrm>
            <a:off x="8872193" y="4894082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BA1E1A4-EFA8-910D-E936-D9ED762376F5}"/>
              </a:ext>
            </a:extLst>
          </p:cNvPr>
          <p:cNvCxnSpPr/>
          <p:nvPr/>
        </p:nvCxnSpPr>
        <p:spPr>
          <a:xfrm>
            <a:off x="8872193" y="5751922"/>
            <a:ext cx="295363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5" name="image24.png">
            <a:extLst>
              <a:ext uri="{FF2B5EF4-FFF2-40B4-BE49-F238E27FC236}">
                <a16:creationId xmlns:a16="http://schemas.microsoft.com/office/drawing/2014/main" id="{8B7FD511-2D3F-3F02-2DD5-08F7F618A06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627346" y="-19381"/>
            <a:ext cx="148590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06810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35" grpId="0" animBg="1"/>
      <p:bldP spid="36" grpId="0"/>
      <p:bldP spid="38" grpId="0" animBg="1"/>
      <p:bldP spid="39" grpId="0"/>
      <p:bldP spid="41" grpId="0" animBg="1"/>
      <p:bldP spid="42" grpId="0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8149-256A-F6EF-1972-34D671A3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2B9C04-F264-C0D6-4F1D-3BEBDBA634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image24.png">
            <a:extLst>
              <a:ext uri="{FF2B5EF4-FFF2-40B4-BE49-F238E27FC236}">
                <a16:creationId xmlns:a16="http://schemas.microsoft.com/office/drawing/2014/main" id="{8B7FD511-2D3F-3F02-2DD5-08F7F618A06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373278" y="499620"/>
            <a:ext cx="164969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96815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655</Words>
  <Application>Microsoft Office PowerPoint</Application>
  <PresentationFormat>Widescreen</PresentationFormat>
  <Paragraphs>136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Trang Hang</dc:creator>
  <cp:lastModifiedBy>Trang Hang</cp:lastModifiedBy>
  <cp:revision>6</cp:revision>
  <dcterms:created xsi:type="dcterms:W3CDTF">2026-06-02T12:23:23Z</dcterms:created>
  <dcterms:modified xsi:type="dcterms:W3CDTF">2026-06-03T05:03:26Z</dcterms:modified>
</cp:coreProperties>
</file>